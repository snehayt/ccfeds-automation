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3"/>
  </p:notesMasterIdLst>
  <p:handoutMasterIdLst>
    <p:handoutMasterId r:id="rId14"/>
  </p:handoutMasterIdLst>
  <p:sldIdLst>
    <p:sldId id="310" r:id="rId5"/>
    <p:sldId id="309" r:id="rId6"/>
    <p:sldId id="312" r:id="rId7"/>
    <p:sldId id="317" r:id="rId8"/>
    <p:sldId id="316" r:id="rId9"/>
    <p:sldId id="299" r:id="rId10"/>
    <p:sldId id="305" r:id="rId11"/>
    <p:sldId id="31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FAE8"/>
    <a:srgbClr val="4769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DCAF9ED-07DC-4A11-8D7F-57B35C25682E}"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5394" autoAdjust="0"/>
  </p:normalViewPr>
  <p:slideViewPr>
    <p:cSldViewPr snapToGrid="0">
      <p:cViewPr varScale="1">
        <p:scale>
          <a:sx n="91" d="100"/>
          <a:sy n="91" d="100"/>
        </p:scale>
        <p:origin x="322" y="6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0" d="100"/>
        <a:sy n="60" d="100"/>
      </p:scale>
      <p:origin x="0" y="0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AA3114B-0CDD-4419-A4DE-E0C29A2AE1A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C25048-78D1-4821-8E2B-7A77CCA12F8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252186-C111-43A8-A0F7-F77FFDE4DF82}" type="datetimeFigureOut">
              <a:rPr lang="en-US" smtClean="0"/>
              <a:t>8/3/2026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924695-047D-4CC8-8801-1AA37457E73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F00293-63F6-438D-A9A8-024975FD55F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56CFAD-C154-4C9C-AD01-665A5055065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78791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2BBB5B-F3DE-41D7-B279-483D20E8E363}" type="datetimeFigureOut">
              <a:rPr lang="en-US" smtClean="0"/>
              <a:t>8/3/2026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B62BC0-7DC4-4569-951D-2BB9475345C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46415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B62BC0-7DC4-4569-951D-2BB9475345C6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58143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accent4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7">
            <a:extLst>
              <a:ext uri="{FF2B5EF4-FFF2-40B4-BE49-F238E27FC236}">
                <a16:creationId xmlns:a16="http://schemas.microsoft.com/office/drawing/2014/main" id="{02728A58-8DE2-4B1C-B6CA-F2AED56F450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-2"/>
            <a:ext cx="12192000" cy="6858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9D7CAC-EE78-4BAE-94EA-EBE4BB1181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9909" y="2335192"/>
            <a:ext cx="9792182" cy="2187616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lIns="914400" tIns="91440" rIns="914400" anchor="ctr"/>
          <a:lstStyle>
            <a:lvl1pPr algn="ctr">
              <a:defRPr sz="5400" b="1" cap="all" spc="100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1483287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">
    <p:bg>
      <p:bgPr>
        <a:solidFill>
          <a:schemeClr val="accent5"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50298920-F98C-4AFF-A39F-BB5644F96EB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6772276" cy="68580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906EC1-D867-4113-B1E4-72ADCC4B15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24747" y="2365057"/>
            <a:ext cx="4377400" cy="2160644"/>
          </a:xfrm>
          <a:prstGeom prst="rect">
            <a:avLst/>
          </a:prstGeom>
          <a:gradFill>
            <a:gsLst>
              <a:gs pos="50000">
                <a:schemeClr val="accent1">
                  <a:lumMod val="5000"/>
                  <a:lumOff val="95000"/>
                  <a:alpha val="0"/>
                </a:schemeClr>
              </a:gs>
              <a:gs pos="50000">
                <a:schemeClr val="accent5">
                  <a:alpha val="10000"/>
                </a:schemeClr>
              </a:gs>
            </a:gsLst>
            <a:lin ang="0" scaled="0"/>
          </a:gradFill>
          <a:ln w="28575">
            <a:solidFill>
              <a:schemeClr val="bg1"/>
            </a:solidFill>
          </a:ln>
        </p:spPr>
        <p:txBody>
          <a:bodyPr anchor="ctr"/>
          <a:lstStyle>
            <a:lvl1pPr algn="ctr">
              <a:defRPr sz="2400" cap="all" spc="1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B3EFFF7-FFC6-16DF-B4AB-DD5A1A1DA92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427896" y="0"/>
            <a:ext cx="3344379" cy="6858000"/>
          </a:xfrm>
          <a:custGeom>
            <a:avLst/>
            <a:gdLst>
              <a:gd name="connsiteX0" fmla="*/ 0 w 3344379"/>
              <a:gd name="connsiteY0" fmla="*/ 0 h 6858000"/>
              <a:gd name="connsiteX1" fmla="*/ 3344379 w 3344379"/>
              <a:gd name="connsiteY1" fmla="*/ 0 h 6858000"/>
              <a:gd name="connsiteX2" fmla="*/ 3344379 w 3344379"/>
              <a:gd name="connsiteY2" fmla="*/ 6858000 h 6858000"/>
              <a:gd name="connsiteX3" fmla="*/ 0 w 3344379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44379" h="6858000">
                <a:moveTo>
                  <a:pt x="0" y="0"/>
                </a:moveTo>
                <a:lnTo>
                  <a:pt x="3344379" y="0"/>
                </a:lnTo>
                <a:lnTo>
                  <a:pt x="3344379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5">
              <a:alpha val="10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 dirty="0"/>
              <a:t>Blank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E6E802E-B214-0AE3-69C8-CBCA885C703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835900" y="2071688"/>
            <a:ext cx="3773488" cy="2732087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None/>
              <a:defRPr sz="1800" spc="100" baseline="0"/>
            </a:lvl1pPr>
            <a:lvl2pPr marL="457200" indent="0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None/>
              <a:defRPr sz="1800" spc="100" baseline="0"/>
            </a:lvl2pPr>
            <a:lvl3pPr marL="914400" indent="0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None/>
              <a:defRPr sz="1800" spc="100" baseline="0"/>
            </a:lvl3pPr>
            <a:lvl4pPr marL="1371600" indent="0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None/>
              <a:defRPr sz="1800" spc="100" baseline="0"/>
            </a:lvl4pPr>
            <a:lvl5pPr marL="1828800" indent="0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None/>
              <a:defRPr sz="1800" spc="100" baseline="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E0398655-42A6-4DBC-9542-9A8D10B44A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15906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spc="1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1FF7C44B-1689-4CA8-B0BC-0671EA1275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473608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i="0" cap="all" spc="100" baseline="0">
                <a:solidFill>
                  <a:schemeClr val="bg2">
                    <a:lumMod val="50000"/>
                  </a:schemeClr>
                </a:solidFill>
                <a:effectLst/>
                <a:latin typeface="+mj-lt"/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7D6105C8-7607-448C-9CD2-9CA33B49B4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791700" y="6356350"/>
            <a:ext cx="1562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spc="100" baseline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EA87306C-81BA-4795-A5CA-9392456A8C1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42380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2">
    <p:bg>
      <p:bgPr>
        <a:solidFill>
          <a:schemeClr val="accent4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7">
            <a:extLst>
              <a:ext uri="{FF2B5EF4-FFF2-40B4-BE49-F238E27FC236}">
                <a16:creationId xmlns:a16="http://schemas.microsoft.com/office/drawing/2014/main" id="{02728A58-8DE2-4B1C-B6CA-F2AED56F450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-2"/>
            <a:ext cx="12192000" cy="6858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9D7CAC-EE78-4BAE-94EA-EBE4BB1181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9909" y="2335192"/>
            <a:ext cx="9792182" cy="2187616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txBody>
          <a:bodyPr lIns="914400" tIns="182880" rIns="914400" anchor="ctr"/>
          <a:lstStyle>
            <a:lvl1pPr algn="ctr">
              <a:defRPr sz="5400" b="1" cap="all" spc="100" baseline="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7371290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5"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CC6C658-B6F5-98D2-4D95-EA3030D6F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0322" y="-7084"/>
            <a:ext cx="12212321" cy="6858000"/>
          </a:xfrm>
          <a:prstGeom prst="rect">
            <a:avLst/>
          </a:prstGeom>
          <a:solidFill>
            <a:schemeClr val="accent5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9AED10-F37C-48B3-A407-EDC6878C71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50065" y="2372810"/>
            <a:ext cx="4352081" cy="2129742"/>
          </a:xfrm>
          <a:prstGeom prst="rect">
            <a:avLst/>
          </a:prstGeom>
          <a:ln w="28575">
            <a:solidFill>
              <a:schemeClr val="accent4">
                <a:lumMod val="50000"/>
              </a:schemeClr>
            </a:solidFill>
          </a:ln>
        </p:spPr>
        <p:txBody>
          <a:bodyPr anchor="ctr"/>
          <a:lstStyle>
            <a:lvl1pPr algn="ctr">
              <a:defRPr sz="2400" cap="all" spc="100" baseline="0">
                <a:solidFill>
                  <a:schemeClr val="accent4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0ED8B338-CD86-47FF-A4B9-9EE6A11AFBF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789480" y="0"/>
            <a:ext cx="5394960" cy="6858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15" name="Date Placeholder 2">
            <a:extLst>
              <a:ext uri="{FF2B5EF4-FFF2-40B4-BE49-F238E27FC236}">
                <a16:creationId xmlns:a16="http://schemas.microsoft.com/office/drawing/2014/main" id="{19507D12-915D-42C7-9250-F3912C1CAEB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14520C17-104B-4F9D-B1D8-2FA4676B3C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473608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i="0" cap="all" spc="1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19F9CF7-C4CD-4EEB-A49F-1820A981A2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791700" y="6356350"/>
            <a:ext cx="1562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spc="1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EA87306C-81BA-4795-A5CA-9392456A8C1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13335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bl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C3FAF69-7EBE-817B-DCEA-4A1595820E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-7515"/>
            <a:ext cx="4661648" cy="6871651"/>
          </a:xfrm>
          <a:prstGeom prst="rect">
            <a:avLst/>
          </a:prstGeom>
          <a:solidFill>
            <a:srgbClr val="4769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20FC4D-FDE2-42C3-B907-27B071B649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6608" y="804862"/>
            <a:ext cx="3401992" cy="5121375"/>
          </a:xfrm>
          <a:prstGeom prst="rect">
            <a:avLst/>
          </a:prstGeom>
          <a:ln w="28575">
            <a:noFill/>
          </a:ln>
        </p:spPr>
        <p:txBody>
          <a:bodyPr anchor="ctr"/>
          <a:lstStyle>
            <a:lvl1pPr algn="ctr">
              <a:defRPr sz="2400" cap="all" spc="1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F4F9403-8AE5-DF79-EFCF-E99EABB83417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579338" y="804863"/>
            <a:ext cx="5716587" cy="5248276"/>
          </a:xfrm>
          <a:prstGeom prst="rect">
            <a:avLst/>
          </a:prstGeom>
        </p:spPr>
        <p:txBody>
          <a:bodyPr anchor="ctr"/>
          <a:lstStyle>
            <a:lvl1pPr marL="283464" indent="-283464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defRPr sz="1800"/>
            </a:lvl1pPr>
            <a:lvl2pPr marL="731520" indent="-283464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defRPr sz="1800"/>
            </a:lvl2pPr>
            <a:lvl3pPr marL="1097280" indent="-283464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defRPr sz="1800"/>
            </a:lvl3pPr>
            <a:lvl4pPr marL="1463040" indent="-283464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defRPr sz="1800"/>
            </a:lvl4pPr>
            <a:lvl5pPr marL="1828800" indent="-283464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D38E30C9-543F-4532-B571-2F2EF52E7A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spc="100" baseline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9E2F8B6B-A63E-448F-86E5-CF3F12A297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i="0" cap="all" spc="100" baseline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5EC1D779-DE8A-45DF-9A79-70F63DD68B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spc="100" baseline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EA87306C-81BA-4795-A5CA-9392456A8C1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64910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">
    <p:bg>
      <p:bgPr>
        <a:solidFill>
          <a:schemeClr val="accent5"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9AED10-F37C-48B3-A407-EDC6878C71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47727" y="2060294"/>
            <a:ext cx="4359795" cy="2141316"/>
          </a:xfrm>
          <a:prstGeom prst="rect">
            <a:avLst/>
          </a:prstGeom>
          <a:ln w="28575">
            <a:solidFill>
              <a:schemeClr val="accent4">
                <a:lumMod val="50000"/>
              </a:schemeClr>
            </a:solidFill>
          </a:ln>
        </p:spPr>
        <p:txBody>
          <a:bodyPr anchor="ctr"/>
          <a:lstStyle>
            <a:lvl1pPr algn="ctr">
              <a:defRPr sz="2400" cap="all" spc="100" baseline="0">
                <a:solidFill>
                  <a:schemeClr val="accent4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0ED8B338-CD86-47FF-A4B9-9EE6A11AFBF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-9009"/>
            <a:ext cx="5521124" cy="687858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F20D097E-45D7-422E-A8D1-635C7DE9A99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70878" y="4550199"/>
            <a:ext cx="4359795" cy="1790164"/>
          </a:xfrm>
          <a:prstGeom prst="rect">
            <a:avLst/>
          </a:prstGeom>
        </p:spPr>
        <p:txBody>
          <a:bodyPr anchor="t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800" b="1" cap="all" spc="100" baseline="0">
                <a:solidFill>
                  <a:schemeClr val="accent4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5" name="Date Placeholder 2">
            <a:extLst>
              <a:ext uri="{FF2B5EF4-FFF2-40B4-BE49-F238E27FC236}">
                <a16:creationId xmlns:a16="http://schemas.microsoft.com/office/drawing/2014/main" id="{19507D12-915D-42C7-9250-F3912C1CAEB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14520C17-104B-4F9D-B1D8-2FA4676B3C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473608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i="0" cap="all" spc="1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19F9CF7-C4CD-4EEB-A49F-1820A981A2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791700" y="6356350"/>
            <a:ext cx="1562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spc="1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EA87306C-81BA-4795-A5CA-9392456A8C1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912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u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A5AC9-F6E1-46F9-8810-475475E17B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34980" y="706056"/>
            <a:ext cx="6323957" cy="1088020"/>
          </a:xfrm>
          <a:prstGeom prst="rect">
            <a:avLst/>
          </a:prstGeom>
          <a:ln w="28575">
            <a:solidFill>
              <a:schemeClr val="accent2"/>
            </a:solidFill>
          </a:ln>
        </p:spPr>
        <p:txBody>
          <a:bodyPr anchor="ctr"/>
          <a:lstStyle>
            <a:lvl1pPr algn="ctr">
              <a:defRPr sz="2400" cap="all" spc="10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52C02D9-C262-43C0-BE24-402661B0594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1" y="0"/>
            <a:ext cx="4495801" cy="6858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C3273F-AE8F-21E6-A06E-52686D65496D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35563" y="2291786"/>
            <a:ext cx="3017837" cy="396722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None/>
              <a:defRPr sz="1800" spc="100" baseline="0"/>
            </a:lvl1pPr>
            <a:lvl2pPr marL="283464" indent="-283464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defRPr sz="1800" spc="100" baseline="0"/>
            </a:lvl2pPr>
            <a:lvl3pPr marL="685800" indent="-283464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defRPr sz="1800" spc="100" baseline="0"/>
            </a:lvl3pPr>
            <a:lvl4pPr marL="1143000" indent="-283464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defRPr sz="1800" spc="100" baseline="0"/>
            </a:lvl4pPr>
            <a:lvl5pPr marL="1600200" indent="-283464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defRPr sz="1800" spc="10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A011C768-FB8E-F917-0CF9-C9B7DA4CAA62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8473281" y="2294680"/>
            <a:ext cx="3136127" cy="396722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None/>
              <a:defRPr sz="1800" spc="100" baseline="0"/>
            </a:lvl1pPr>
            <a:lvl2pPr marL="283464" indent="-283464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defRPr sz="1800" spc="100" baseline="0"/>
            </a:lvl2pPr>
            <a:lvl3pPr marL="685800" indent="-283464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defRPr sz="1800" spc="100" baseline="0"/>
            </a:lvl3pPr>
            <a:lvl4pPr marL="1143000" indent="-283464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defRPr sz="1800" spc="100" baseline="0"/>
            </a:lvl4pPr>
            <a:lvl5pPr marL="1600200" indent="-283464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defRPr sz="1800" spc="10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0" name="Date Placeholder 3">
            <a:extLst>
              <a:ext uri="{FF2B5EF4-FFF2-40B4-BE49-F238E27FC236}">
                <a16:creationId xmlns:a16="http://schemas.microsoft.com/office/drawing/2014/main" id="{61AB9D5A-1951-48B0-9CAE-84FC869BE5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spc="1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31" name="Footer Placeholder 4">
            <a:extLst>
              <a:ext uri="{FF2B5EF4-FFF2-40B4-BE49-F238E27FC236}">
                <a16:creationId xmlns:a16="http://schemas.microsoft.com/office/drawing/2014/main" id="{3AEF9F4B-0EB4-4C9F-9159-80E393F3A1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i="0" cap="all" spc="100" baseline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32" name="Slide Number Placeholder 5">
            <a:extLst>
              <a:ext uri="{FF2B5EF4-FFF2-40B4-BE49-F238E27FC236}">
                <a16:creationId xmlns:a16="http://schemas.microsoft.com/office/drawing/2014/main" id="{6BC4F905-196D-4DFF-9947-C56088B56F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spc="100" baseline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EA87306C-81BA-4795-A5CA-9392456A8C1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12096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duct 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FD970D0-182D-96E3-04B5-5D634F9C4F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2170545"/>
          </a:xfrm>
          <a:prstGeom prst="rect">
            <a:avLst/>
          </a:prstGeom>
          <a:solidFill>
            <a:schemeClr val="accent2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AEFB40-063A-41A7-9581-865BBE62C3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26143"/>
            <a:ext cx="10515600" cy="1229033"/>
          </a:xfrm>
          <a:prstGeom prst="rect">
            <a:avLst/>
          </a:prstGeom>
        </p:spPr>
        <p:txBody>
          <a:bodyPr anchor="b"/>
          <a:lstStyle>
            <a:lvl1pPr algn="ctr">
              <a:defRPr sz="2400" cap="all" spc="100" baseline="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E453354-6167-7227-F443-F984688CC4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849775" y="2858625"/>
            <a:ext cx="3941763" cy="3338513"/>
          </a:xfrm>
          <a:prstGeom prst="rect">
            <a:avLst/>
          </a:prstGeom>
        </p:spPr>
        <p:txBody>
          <a:bodyPr/>
          <a:lstStyle>
            <a:lvl1pPr marL="347472" indent="-347472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  <a:defRPr sz="1800" spc="100" baseline="0"/>
            </a:lvl1pPr>
            <a:lvl2pPr marL="685800" indent="-347472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lphaLcPeriod"/>
              <a:defRPr sz="1600" spc="100" baseline="0"/>
            </a:lvl2pPr>
            <a:lvl3pPr marL="1143000" indent="-347472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arenR"/>
              <a:defRPr sz="1400" spc="100" baseline="0"/>
            </a:lvl3pPr>
            <a:lvl4pPr marL="1600200" indent="-347472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lphaLcParenR"/>
              <a:defRPr sz="1200" spc="100" baseline="0"/>
            </a:lvl4pPr>
            <a:lvl5pPr marL="2057400" indent="-347472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romanLcPeriod"/>
              <a:defRPr sz="1200" spc="10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DDA14B5C-C6A4-65FB-34DD-E1C0FF465FF7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342681" y="2858625"/>
            <a:ext cx="6011119" cy="333851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Font typeface="+mj-lt"/>
              <a:buNone/>
              <a:defRPr sz="1800" spc="100" baseline="0"/>
            </a:lvl1pPr>
            <a:lvl2pPr marL="285750" indent="-285750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spc="100" baseline="0"/>
            </a:lvl2pPr>
            <a:lvl3pPr marL="685800" indent="-285750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spc="100" baseline="0"/>
            </a:lvl3pPr>
            <a:lvl4pPr marL="1143000" indent="-285750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spc="100" baseline="0"/>
            </a:lvl4pPr>
            <a:lvl5pPr marL="1600200" indent="-285750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spc="10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0" name="Date Placeholder 3">
            <a:extLst>
              <a:ext uri="{FF2B5EF4-FFF2-40B4-BE49-F238E27FC236}">
                <a16:creationId xmlns:a16="http://schemas.microsoft.com/office/drawing/2014/main" id="{573EDDB2-8AC2-4A88-95EE-20082E77DE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spc="100" baseline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41" name="Footer Placeholder 4">
            <a:extLst>
              <a:ext uri="{FF2B5EF4-FFF2-40B4-BE49-F238E27FC236}">
                <a16:creationId xmlns:a16="http://schemas.microsoft.com/office/drawing/2014/main" id="{325A34CF-B8DC-4A28-86BC-8D450E3D3C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i="0" cap="all" spc="100" baseline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42" name="Slide Number Placeholder 5">
            <a:extLst>
              <a:ext uri="{FF2B5EF4-FFF2-40B4-BE49-F238E27FC236}">
                <a16:creationId xmlns:a16="http://schemas.microsoft.com/office/drawing/2014/main" id="{3F009426-0603-4EF7-8DE1-0CA50818F7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spc="100" baseline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EA87306C-81BA-4795-A5CA-9392456A8C1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76556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out 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C1E109A-BBBE-498A-AC65-464AAF5710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766915"/>
            <a:ext cx="2782529" cy="2163098"/>
          </a:xfrm>
          <a:prstGeom prst="rect">
            <a:avLst/>
          </a:prstGeom>
          <a:ln w="28575">
            <a:solidFill>
              <a:schemeClr val="accent2"/>
            </a:solidFill>
          </a:ln>
        </p:spPr>
        <p:txBody>
          <a:bodyPr anchor="ctr"/>
          <a:lstStyle>
            <a:lvl1pPr algn="ctr">
              <a:lnSpc>
                <a:spcPct val="100000"/>
              </a:lnSpc>
              <a:defRPr sz="2400" cap="all" spc="10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7408009F-7441-4960-8688-598E5537784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864796" y="960385"/>
            <a:ext cx="6341212" cy="1969628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None/>
              <a:defRPr sz="1800" cap="none" spc="10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0721A019-F5C2-4A15-A6AE-C03209D1D7D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3716594"/>
            <a:ext cx="12192000" cy="314140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CFE1DF53-32D0-456E-8221-7FCD23325D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spc="1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DC108F1B-58C5-43B6-8251-B1392CA9A8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i="0" cap="all" spc="1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C530B1E0-03D4-4E5B-A2A7-903B17B306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spc="1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EA87306C-81BA-4795-A5CA-9392456A8C1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12113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nancia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E5E8994-67B0-7A02-C300-3232691564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532671" y="0"/>
            <a:ext cx="7659329" cy="6858000"/>
          </a:xfrm>
          <a:prstGeom prst="rect">
            <a:avLst/>
          </a:prstGeom>
          <a:solidFill>
            <a:schemeClr val="accent2">
              <a:lumMod val="40000"/>
              <a:lumOff val="6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D96D4A-16D3-4C35-A383-2DF039D54C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33791" y="787869"/>
            <a:ext cx="2743200" cy="2142144"/>
          </a:xfrm>
          <a:prstGeom prst="rect">
            <a:avLst/>
          </a:prstGeom>
          <a:ln w="28575">
            <a:solidFill>
              <a:schemeClr val="accent2"/>
            </a:solidFill>
          </a:ln>
        </p:spPr>
        <p:txBody>
          <a:bodyPr anchor="ctr"/>
          <a:lstStyle>
            <a:lvl1pPr algn="ctr">
              <a:lnSpc>
                <a:spcPct val="100000"/>
              </a:lnSpc>
              <a:defRPr sz="2400" cap="all" spc="10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2EA6B5C4-24E3-C021-071B-DFF6C6CC497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33449" y="3429000"/>
            <a:ext cx="2920796" cy="292735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None/>
              <a:defRPr sz="1800" spc="100" baseline="0"/>
            </a:lvl1pPr>
            <a:lvl2pPr marL="457200" indent="0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None/>
              <a:defRPr sz="1600" spc="100" baseline="0"/>
            </a:lvl2pPr>
            <a:lvl3pPr marL="914400" indent="0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None/>
              <a:defRPr sz="1400" spc="100" baseline="0"/>
            </a:lvl3pPr>
            <a:lvl4pPr marL="1371600" indent="0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None/>
              <a:defRPr sz="1200" spc="100" baseline="0"/>
            </a:lvl4pPr>
            <a:lvl5pPr marL="1828800" indent="0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None/>
              <a:defRPr sz="1200" spc="10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FF255611-8280-41F3-A5FA-821E144AEAE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220928" y="787869"/>
            <a:ext cx="6292646" cy="543226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1600" cap="all" baseline="0">
                <a:solidFill>
                  <a:schemeClr val="accent5">
                    <a:lumMod val="50000"/>
                  </a:schemeClr>
                </a:solidFill>
              </a:defRPr>
            </a:lvl2pPr>
            <a:lvl3pPr marL="914400" indent="0">
              <a:buNone/>
              <a:defRPr sz="1400" cap="all" baseline="0">
                <a:solidFill>
                  <a:schemeClr val="accent5">
                    <a:lumMod val="50000"/>
                  </a:schemeClr>
                </a:solidFill>
              </a:defRPr>
            </a:lvl3pPr>
            <a:lvl4pPr marL="1371600" indent="0">
              <a:buNone/>
              <a:defRPr sz="1200" cap="all" baseline="0">
                <a:solidFill>
                  <a:schemeClr val="accent5">
                    <a:lumMod val="50000"/>
                  </a:schemeClr>
                </a:solidFill>
              </a:defRPr>
            </a:lvl4pPr>
            <a:lvl5pPr marL="1828800" indent="0">
              <a:buNone/>
              <a:defRPr sz="1200" cap="all" baseline="0">
                <a:solidFill>
                  <a:schemeClr val="accent5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453DB9-3C4B-4136-96D2-08A7D5AD418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464841-801A-499A-BFD2-9731D2D89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C78F9D-CD73-4D53-A871-D6C0B643A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EA87306C-81BA-4795-A5CA-9392456A8C1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88064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r Compet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41225E-57F6-4605-A684-F9B30F1F66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0559" y="1"/>
            <a:ext cx="4952999" cy="2182482"/>
          </a:xfrm>
          <a:prstGeom prst="rect">
            <a:avLst/>
          </a:prstGeom>
          <a:solidFill>
            <a:schemeClr val="accent2">
              <a:alpha val="92000"/>
            </a:schemeClr>
          </a:solidFill>
        </p:spPr>
        <p:txBody>
          <a:bodyPr lIns="731520" rIns="731520" anchor="ctr"/>
          <a:lstStyle>
            <a:lvl1pPr algn="ctr">
              <a:defRPr sz="2400" cap="all" spc="1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C93927AF-DF09-4CE5-8767-B2ECF0215BF5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942932" y="0"/>
            <a:ext cx="7249067" cy="218248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E8D114B-8AAB-41D6-AFCF-750066A6529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19728" y="2924355"/>
            <a:ext cx="3769525" cy="3300645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None/>
              <a:defRPr sz="1800" cap="none" spc="10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E5C19A-AE6A-FEDE-6B3C-9B1701F4C50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933262" y="2932801"/>
            <a:ext cx="6411912" cy="3300851"/>
          </a:xfrm>
          <a:prstGeom prst="rect">
            <a:avLst/>
          </a:prstGeom>
        </p:spPr>
        <p:txBody>
          <a:bodyPr/>
          <a:lstStyle>
            <a:lvl1pPr marL="283464" indent="-283464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1800" spc="100" baseline="0"/>
            </a:lvl1pPr>
            <a:lvl2pPr marL="914400" indent="-283464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1800" spc="100" baseline="0"/>
            </a:lvl2pPr>
            <a:lvl3pPr marL="1371600" indent="-283464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1800" spc="100" baseline="0"/>
            </a:lvl3pPr>
            <a:lvl4pPr marL="1828800" indent="-283464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1800" spc="100" baseline="0"/>
            </a:lvl4pPr>
            <a:lvl5pPr marL="2286000" indent="-283464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1800" spc="10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8751D887-2419-4911-A7CC-9B5A598D71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spc="100" baseline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B8B214E0-C574-4CE5-8FF0-E0F965A4A0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i="0" cap="all" spc="100" baseline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6C033920-FB08-49F3-8A75-14E68EF78D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spc="100" baseline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EA87306C-81BA-4795-A5CA-9392456A8C1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19510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96722F2-1968-8B82-9382-187D808D9C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2170545"/>
          </a:xfrm>
          <a:prstGeom prst="rect">
            <a:avLst/>
          </a:prstGeom>
          <a:solidFill>
            <a:schemeClr val="accent2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8F6663C8-5425-48D7-9E9D-F2B794222F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41541"/>
            <a:ext cx="10515600" cy="1215894"/>
          </a:xfrm>
          <a:prstGeom prst="rect">
            <a:avLst/>
          </a:prstGeom>
        </p:spPr>
        <p:txBody>
          <a:bodyPr anchor="b"/>
          <a:lstStyle>
            <a:lvl1pPr algn="ctr">
              <a:defRPr sz="2400" cap="all" spc="10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0" name="Content Placeholder 29">
            <a:extLst>
              <a:ext uri="{FF2B5EF4-FFF2-40B4-BE49-F238E27FC236}">
                <a16:creationId xmlns:a16="http://schemas.microsoft.com/office/drawing/2014/main" id="{E7176063-74EF-4FC1-A687-2F5900412F55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859468" y="2674190"/>
            <a:ext cx="10494331" cy="36058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cap="all" baseline="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058ECB-2935-45B1-80F1-ED38302C275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FC42CC-A62B-40E8-907A-F15D7C216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3E0735-85DE-48C3-8FE9-0754F9ABD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87306C-81BA-4795-A5CA-9392456A8C1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1160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2">
    <p:bg>
      <p:bgPr>
        <a:solidFill>
          <a:schemeClr val="accent5"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06EC1-D867-4113-B1E4-72ADCC4B15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30061" y="1541398"/>
            <a:ext cx="4442603" cy="2124827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anchor="ctr"/>
          <a:lstStyle>
            <a:lvl1pPr algn="ctr">
              <a:defRPr sz="2400" cap="all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38" name="Text Placeholder 10">
            <a:extLst>
              <a:ext uri="{FF2B5EF4-FFF2-40B4-BE49-F238E27FC236}">
                <a16:creationId xmlns:a16="http://schemas.microsoft.com/office/drawing/2014/main" id="{34C23C4D-3C16-4A17-BF8A-A9C4E2F013E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30061" y="3984426"/>
            <a:ext cx="4442603" cy="2424999"/>
          </a:xfrm>
          <a:prstGeom prst="rect">
            <a:avLst/>
          </a:prstGeom>
        </p:spPr>
        <p:txBody>
          <a:bodyPr anchor="t"/>
          <a:lstStyle>
            <a:lvl1pPr marL="0" indent="0" algn="ctr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None/>
              <a:defRPr sz="1800" cap="none" spc="10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50298920-F98C-4AFF-A39F-BB5644F96EB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771736" y="0"/>
            <a:ext cx="5420263" cy="6858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</p:spTree>
    <p:extLst>
      <p:ext uri="{BB962C8B-B14F-4D97-AF65-F5344CB8AC3E}">
        <p14:creationId xmlns:p14="http://schemas.microsoft.com/office/powerpoint/2010/main" val="42577993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E02389-643A-44A3-9E32-4459CAEAC3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spc="100" baseline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3E221A-6F27-4890-B073-7BA27B8FB5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i="0" cap="all" spc="100" baseline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B06CAC-A122-486F-81C6-4299D83E94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spc="100" baseline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EA87306C-81BA-4795-A5CA-9392456A8C1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0113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73" r:id="rId3"/>
    <p:sldLayoutId id="2147483669" r:id="rId4"/>
    <p:sldLayoutId id="2147483651" r:id="rId5"/>
    <p:sldLayoutId id="2147483671" r:id="rId6"/>
    <p:sldLayoutId id="2147483652" r:id="rId7"/>
    <p:sldLayoutId id="2147483653" r:id="rId8"/>
    <p:sldLayoutId id="2147483650" r:id="rId9"/>
    <p:sldLayoutId id="2147483664" r:id="rId10"/>
    <p:sldLayoutId id="2147483659" r:id="rId11"/>
    <p:sldLayoutId id="2147483662" r:id="rId12"/>
    <p:sldLayoutId id="2147483670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 descr="Close-up of a green field">
            <a:extLst>
              <a:ext uri="{FF2B5EF4-FFF2-40B4-BE49-F238E27FC236}">
                <a16:creationId xmlns:a16="http://schemas.microsoft.com/office/drawing/2014/main" id="{FE4A4B5C-D71A-0CFA-A601-EB93F13F5AA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alphaModFix amt="50000"/>
          </a:blip>
          <a:srcRect/>
          <a:stretch/>
        </p:blipFill>
        <p:spPr>
          <a:xfrm>
            <a:off x="0" y="-2"/>
            <a:ext cx="12192000" cy="6858000"/>
          </a:xfr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C0147929-8D39-DAA9-C3C5-4829D9C31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9909" y="2335192"/>
            <a:ext cx="9792182" cy="2187616"/>
          </a:xfrm>
        </p:spPr>
        <p:txBody>
          <a:bodyPr/>
          <a:lstStyle/>
          <a:p>
            <a:r>
              <a:rPr lang="en-US" dirty="0"/>
              <a:t>VECTOR</a:t>
            </a:r>
            <a:br>
              <a:rPr lang="en-US" dirty="0"/>
            </a:br>
            <a:r>
              <a:rPr lang="en-IN" sz="1800" dirty="0"/>
              <a:t>AI-Powered Quality Engineering pipeline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7602684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Placeholder 10" descr="A green rolling hills with a sunset">
            <a:extLst>
              <a:ext uri="{FF2B5EF4-FFF2-40B4-BE49-F238E27FC236}">
                <a16:creationId xmlns:a16="http://schemas.microsoft.com/office/drawing/2014/main" id="{565AB0FC-9FCD-FDB2-1D84-F3D855D8387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/>
          <a:stretch/>
        </p:blipFill>
        <p:spPr>
          <a:xfrm>
            <a:off x="0" y="0"/>
            <a:ext cx="5134062" cy="6858000"/>
          </a:xfrm>
        </p:spPr>
      </p:pic>
      <p:sp>
        <p:nvSpPr>
          <p:cNvPr id="47" name="Title 46">
            <a:extLst>
              <a:ext uri="{FF2B5EF4-FFF2-40B4-BE49-F238E27FC236}">
                <a16:creationId xmlns:a16="http://schemas.microsoft.com/office/drawing/2014/main" id="{3F9E60C6-15AA-4C95-9519-652CD08A82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331" y="2336413"/>
            <a:ext cx="4377400" cy="2185173"/>
          </a:xfrm>
        </p:spPr>
        <p:txBody>
          <a:bodyPr/>
          <a:lstStyle/>
          <a:p>
            <a:r>
              <a:rPr lang="en-US" noProof="0" dirty="0"/>
              <a:t>QE Challenges</a:t>
            </a:r>
            <a:endParaRPr lang="en-US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E0E8875C-8FE5-DCE1-106E-5F34DFD1618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427897" y="0"/>
            <a:ext cx="1647442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D3AADE-5119-8CE2-0DD5-2BD7E340328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10231" y="377506"/>
            <a:ext cx="6795083" cy="6858000"/>
          </a:xfrm>
        </p:spPr>
        <p:txBody>
          <a:bodyPr/>
          <a:lstStyle/>
          <a:p>
            <a:r>
              <a:rPr lang="en-US" sz="2000" dirty="0"/>
              <a:t>• Analysis/planning/documentation →Time consuming</a:t>
            </a:r>
          </a:p>
          <a:p>
            <a:r>
              <a:rPr lang="en-US" sz="2000" dirty="0"/>
              <a:t>• Writing test cases  →  Inconsistent quality</a:t>
            </a:r>
          </a:p>
          <a:p>
            <a:r>
              <a:rPr lang="en-US" sz="2000" dirty="0"/>
              <a:t>• Automation creation  →  coding skills</a:t>
            </a:r>
          </a:p>
          <a:p>
            <a:r>
              <a:rPr lang="en-IN" sz="2000" dirty="0"/>
              <a:t>• Bug reporting  →  Missing details</a:t>
            </a:r>
          </a:p>
          <a:p>
            <a:r>
              <a:rPr lang="en-IN" sz="2000" dirty="0"/>
              <a:t>• Test maintenance  →  High effort</a:t>
            </a:r>
          </a:p>
          <a:p>
            <a:r>
              <a:rPr lang="en-IN" sz="2000" dirty="0"/>
              <a:t>• Requirement changes  →  Rework</a:t>
            </a:r>
          </a:p>
          <a:p>
            <a:r>
              <a:rPr lang="en-IN" sz="2000" dirty="0"/>
              <a:t>• Regression execution  →  Slow</a:t>
            </a:r>
          </a:p>
          <a:p>
            <a:r>
              <a:rPr lang="en-IN" sz="2000" dirty="0"/>
              <a:t>• Knowledge dependency  →  High</a:t>
            </a:r>
          </a:p>
          <a:p>
            <a:endParaRPr lang="en-US" sz="2000" dirty="0"/>
          </a:p>
          <a:p>
            <a:endParaRPr lang="en-US" sz="2000" dirty="0"/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DA9558D5-EB6D-C2EA-C5E2-7907694485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A87306C-81BA-4795-A5CA-9392456A8C1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02927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4AEBF-73B2-2188-6E43-D85E829780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608" y="804862"/>
            <a:ext cx="3401992" cy="5121375"/>
          </a:xfrm>
        </p:spPr>
        <p:txBody>
          <a:bodyPr anchor="ctr">
            <a:normAutofit/>
          </a:bodyPr>
          <a:lstStyle/>
          <a:p>
            <a:r>
              <a:rPr lang="en-US" dirty="0"/>
              <a:t>Vector – AI </a:t>
            </a:r>
            <a:br>
              <a:rPr lang="en-US" dirty="0"/>
            </a:br>
            <a:r>
              <a:rPr lang="en-US" dirty="0"/>
              <a:t>Key phases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1885A6-2008-15E5-517B-3CBBFE99B1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A87306C-81BA-4795-A5CA-9392456A8C1E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5F0E728-6C1C-9665-B06B-F18622D53A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5652" y="0"/>
            <a:ext cx="46354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82262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Content Placeholder 27">
            <a:extLst>
              <a:ext uri="{FF2B5EF4-FFF2-40B4-BE49-F238E27FC236}">
                <a16:creationId xmlns:a16="http://schemas.microsoft.com/office/drawing/2014/main" id="{4782D1E3-1E25-5EA8-A68D-1F55B03AF1D9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tretch/>
        </p:blipFill>
        <p:spPr>
          <a:xfrm>
            <a:off x="120650" y="426386"/>
            <a:ext cx="11950700" cy="6005228"/>
          </a:xfrm>
          <a:prstGeom prst="rect">
            <a:avLst/>
          </a:prstGeom>
          <a:noFill/>
        </p:spPr>
      </p:pic>
      <p:sp>
        <p:nvSpPr>
          <p:cNvPr id="4" name="Slide Number Placeholder 3" hidden="1">
            <a:extLst>
              <a:ext uri="{FF2B5EF4-FFF2-40B4-BE49-F238E27FC236}">
                <a16:creationId xmlns:a16="http://schemas.microsoft.com/office/drawing/2014/main" id="{DE5A5FA1-7D09-CAA8-43C9-7017E204433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EA87306C-81BA-4795-A5CA-9392456A8C1E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  <p:sp>
        <p:nvSpPr>
          <p:cNvPr id="31" name="Slide Number Placeholder 4" hidden="1">
            <a:extLst>
              <a:ext uri="{FF2B5EF4-FFF2-40B4-BE49-F238E27FC236}">
                <a16:creationId xmlns:a16="http://schemas.microsoft.com/office/drawing/2014/main" id="{930121BB-9BDF-91F5-2FA9-9F091F628AA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EA87306C-81BA-4795-A5CA-9392456A8C1E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907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6FD59E7-7102-09F7-B078-4EA9CBE8EF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608" y="804862"/>
            <a:ext cx="3401992" cy="5121375"/>
          </a:xfrm>
        </p:spPr>
        <p:txBody>
          <a:bodyPr anchor="ctr">
            <a:normAutofit/>
          </a:bodyPr>
          <a:lstStyle/>
          <a:p>
            <a:r>
              <a:rPr lang="en-IN" dirty="0"/>
              <a:t>DEMO:</a:t>
            </a:r>
            <a:br>
              <a:rPr lang="en-IN" dirty="0"/>
            </a:br>
            <a:r>
              <a:rPr lang="en-IN" dirty="0"/>
              <a:t>Doodle Bug Remove Back ground</a:t>
            </a:r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26E61439-0F17-72EE-0BDE-32019AAA5886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>
          <a:xfrm>
            <a:off x="4919064" y="1170989"/>
            <a:ext cx="6939321" cy="4389119"/>
          </a:xfrm>
          <a:prstGeom prst="rect">
            <a:avLst/>
          </a:prstGeom>
          <a:noFill/>
        </p:spPr>
      </p:pic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FE63DB9C-FB39-E74D-AD34-1B81892F6B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EA87306C-81BA-4795-A5CA-9392456A8C1E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5982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6333A-F73A-0D4C-D299-CE68CFEF6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541"/>
            <a:ext cx="10515600" cy="890973"/>
          </a:xfrm>
        </p:spPr>
        <p:txBody>
          <a:bodyPr/>
          <a:lstStyle/>
          <a:p>
            <a:r>
              <a:rPr lang="en-US" dirty="0"/>
              <a:t>Savings &amp; metrics*</a:t>
            </a:r>
          </a:p>
        </p:txBody>
      </p:sp>
      <p:graphicFrame>
        <p:nvGraphicFramePr>
          <p:cNvPr id="6" name="Table Placeholder 2">
            <a:extLst>
              <a:ext uri="{FF2B5EF4-FFF2-40B4-BE49-F238E27FC236}">
                <a16:creationId xmlns:a16="http://schemas.microsoft.com/office/drawing/2014/main" id="{7D1B68FE-CBA2-9F63-55B7-759E188CFE03}"/>
              </a:ext>
            </a:extLst>
          </p:cNvPr>
          <p:cNvGraphicFramePr>
            <a:graphicFrameLocks noGrp="1"/>
          </p:cNvGraphicFramePr>
          <p:nvPr>
            <p:ph sz="quarter" idx="35"/>
            <p:extLst>
              <p:ext uri="{D42A27DB-BD31-4B8C-83A1-F6EECF244321}">
                <p14:modId xmlns:p14="http://schemas.microsoft.com/office/powerpoint/2010/main" val="4140212466"/>
              </p:ext>
            </p:extLst>
          </p:nvPr>
        </p:nvGraphicFramePr>
        <p:xfrm>
          <a:off x="917562" y="1264735"/>
          <a:ext cx="10515601" cy="5456740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3433998">
                  <a:extLst>
                    <a:ext uri="{9D8B030D-6E8A-4147-A177-3AD203B41FA5}">
                      <a16:colId xmlns:a16="http://schemas.microsoft.com/office/drawing/2014/main" val="127040821"/>
                    </a:ext>
                  </a:extLst>
                </a:gridCol>
                <a:gridCol w="2450892">
                  <a:extLst>
                    <a:ext uri="{9D8B030D-6E8A-4147-A177-3AD203B41FA5}">
                      <a16:colId xmlns:a16="http://schemas.microsoft.com/office/drawing/2014/main" val="149845700"/>
                    </a:ext>
                  </a:extLst>
                </a:gridCol>
                <a:gridCol w="2375942">
                  <a:extLst>
                    <a:ext uri="{9D8B030D-6E8A-4147-A177-3AD203B41FA5}">
                      <a16:colId xmlns:a16="http://schemas.microsoft.com/office/drawing/2014/main" val="3119692462"/>
                    </a:ext>
                  </a:extLst>
                </a:gridCol>
                <a:gridCol w="2254769">
                  <a:extLst>
                    <a:ext uri="{9D8B030D-6E8A-4147-A177-3AD203B41FA5}">
                      <a16:colId xmlns:a16="http://schemas.microsoft.com/office/drawing/2014/main" val="3472639139"/>
                    </a:ext>
                  </a:extLst>
                </a:gridCol>
              </a:tblGrid>
              <a:tr h="884740"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IMPACT FACTOR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MEASUREMENT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TARGET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Before / After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8013591"/>
                  </a:ext>
                </a:extLst>
              </a:tr>
              <a:tr h="88796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TEST planning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person </a:t>
                      </a:r>
                      <a:r>
                        <a:rPr lang="en-US" dirty="0" err="1"/>
                        <a:t>hrs</a:t>
                      </a:r>
                      <a:r>
                        <a:rPr lang="en-US" dirty="0"/>
                        <a:t> spent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90% reduction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1.5 </a:t>
                      </a:r>
                      <a:r>
                        <a:rPr lang="en-US" dirty="0" err="1"/>
                        <a:t>Hrs</a:t>
                      </a:r>
                      <a:r>
                        <a:rPr lang="en-US" dirty="0"/>
                        <a:t> / 5 mins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3867931"/>
                  </a:ext>
                </a:extLst>
              </a:tr>
              <a:tr h="88796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Test case creation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Time spent in </a:t>
                      </a:r>
                      <a:r>
                        <a:rPr lang="en-US" dirty="0" err="1"/>
                        <a:t>hrs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90% reduction</a:t>
                      </a:r>
                    </a:p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 </a:t>
                      </a:r>
                      <a:r>
                        <a:rPr lang="en-US" dirty="0" err="1"/>
                        <a:t>hrs</a:t>
                      </a:r>
                      <a:r>
                        <a:rPr lang="en-US" dirty="0"/>
                        <a:t> / 5 mins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209771"/>
                  </a:ext>
                </a:extLst>
              </a:tr>
              <a:tr h="88796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Automation scripting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Time spent in </a:t>
                      </a:r>
                      <a:r>
                        <a:rPr lang="en-US" dirty="0" err="1"/>
                        <a:t>hrs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90% reduction</a:t>
                      </a:r>
                    </a:p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 </a:t>
                      </a:r>
                      <a:r>
                        <a:rPr lang="en-US" dirty="0" err="1"/>
                        <a:t>hrs</a:t>
                      </a:r>
                      <a:r>
                        <a:rPr lang="en-US" dirty="0"/>
                        <a:t> / 12 mins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1031278"/>
                  </a:ext>
                </a:extLst>
              </a:tr>
              <a:tr h="88796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Bug report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Time spent in </a:t>
                      </a:r>
                      <a:r>
                        <a:rPr lang="en-US" dirty="0" err="1"/>
                        <a:t>hrs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90% reduction</a:t>
                      </a:r>
                    </a:p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30 mins / 2 mins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1840781"/>
                  </a:ext>
                </a:extLst>
              </a:tr>
              <a:tr h="88796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Retesting &amp; Release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Time spent in </a:t>
                      </a:r>
                      <a:r>
                        <a:rPr lang="en-US" dirty="0" err="1"/>
                        <a:t>hrs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90% reduction</a:t>
                      </a:r>
                    </a:p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2hrs / 15 mins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389741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5D9092A-92F9-2B75-FC44-3FE472468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7306C-81BA-4795-A5CA-9392456A8C1E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03279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0">
            <a:extLst>
              <a:ext uri="{FF2B5EF4-FFF2-40B4-BE49-F238E27FC236}">
                <a16:creationId xmlns:a16="http://schemas.microsoft.com/office/drawing/2014/main" id="{EAB21749-21E0-B555-8423-AF94BE383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47727" y="662729"/>
            <a:ext cx="4359795" cy="5482793"/>
          </a:xfrm>
        </p:spPr>
        <p:txBody>
          <a:bodyPr/>
          <a:lstStyle/>
          <a:p>
            <a:r>
              <a:rPr lang="en-US" sz="4400" b="1" u="sng" dirty="0"/>
              <a:t>Complete workflow demo</a:t>
            </a:r>
            <a:endParaRPr lang="en-US" dirty="0"/>
          </a:p>
        </p:txBody>
      </p:sp>
      <p:pic>
        <p:nvPicPr>
          <p:cNvPr id="12" name="Picture Placeholder 20" descr="Close up of green grass">
            <a:extLst>
              <a:ext uri="{FF2B5EF4-FFF2-40B4-BE49-F238E27FC236}">
                <a16:creationId xmlns:a16="http://schemas.microsoft.com/office/drawing/2014/main" id="{C082290F-76CE-97A7-ECB5-83B0FEA27B37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-9009"/>
            <a:ext cx="5521124" cy="6878584"/>
          </a:xfrm>
        </p:spPr>
      </p:pic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854D8B3F-08C4-D0CB-E6CA-ED66FFEA32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 flipV="1">
            <a:off x="6670878" y="6340363"/>
            <a:ext cx="4603926" cy="186272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D15DC2-8425-2530-3D59-ABE5D5C4AD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A87306C-81BA-4795-A5CA-9392456A8C1E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28782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11CDDFA8-D7EC-FAEC-DAB4-29E15943860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E587134-C809-94C7-8295-1C56EC4AC3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7E10BF-1204-720A-F0AD-2395691DCD9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B7DD39-7637-EBBA-08D5-FA3BDD02B1C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286774" y="136525"/>
            <a:ext cx="7701094" cy="6584950"/>
          </a:xfrm>
        </p:spPr>
        <p:txBody>
          <a:bodyPr/>
          <a:lstStyle/>
          <a:p>
            <a:r>
              <a:rPr lang="en-IN" b="1" dirty="0"/>
              <a:t>QE teams are consistently expected to deliver high-quality releases within increasingly compressed timelines, while managing evolving requirements, extended regression cycles, and frequent end-to-end rework.</a:t>
            </a:r>
            <a:r>
              <a:rPr lang="en-IN" dirty="0"/>
              <a:t> </a:t>
            </a:r>
          </a:p>
          <a:p>
            <a:r>
              <a:rPr lang="en-IN" b="1" dirty="0"/>
              <a:t>Successful delivery depends heavily on deep product knowledge, clearly defined quality requirements, and timely collaboration across multiple teams; however, gaps in these areas often create dependencies, delays, and execution risks.</a:t>
            </a:r>
            <a:r>
              <a:rPr lang="en-IN" dirty="0"/>
              <a:t> </a:t>
            </a:r>
          </a:p>
          <a:p>
            <a:r>
              <a:rPr lang="en-IN" b="1" dirty="0"/>
              <a:t>To meet aggressive release commitments, we frequently rely on borrowed resources, which impacts productivity, increases onboarding effort, and makes it difficult to maintain consistent quality and delivery predictability.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6251AC-81BA-5C1C-7B84-60E0C25168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A87306C-81BA-4795-A5CA-9392456A8C1E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80580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B4D0E9"/>
      </a:accent1>
      <a:accent2>
        <a:srgbClr val="476977"/>
      </a:accent2>
      <a:accent3>
        <a:srgbClr val="79BBE9"/>
      </a:accent3>
      <a:accent4>
        <a:srgbClr val="6B8043"/>
      </a:accent4>
      <a:accent5>
        <a:srgbClr val="9ACF21"/>
      </a:accent5>
      <a:accent6>
        <a:srgbClr val="CFDCA5"/>
      </a:accent6>
      <a:hlink>
        <a:srgbClr val="0563C1"/>
      </a:hlink>
      <a:folHlink>
        <a:srgbClr val="954F72"/>
      </a:folHlink>
    </a:clrScheme>
    <a:fontScheme name="Custom 26">
      <a:majorFont>
        <a:latin typeface="Tenorite Bold"/>
        <a:ea typeface=""/>
        <a:cs typeface=""/>
      </a:majorFont>
      <a:minorFont>
        <a:latin typeface="Tenorite 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6411175_Win32_SL_V6" id="{2596AF0E-92BF-4F5A-A2A1-B1C9D33CD0CE}" vid="{0709752F-9199-467A-B305-5274ECB683C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E9424615-5FE5-4F43-AE24-3BC9A053268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5AD180A-D253-4F84-BD24-8EE736E6553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F19A644-6410-4EC7-894C-877E70305DFF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{6134B27F-84C5-46ED-AC56-89113DE5586D}TF8c6975b0-03aa-48e8-8a23-2a6072f108da7bca746b_win32-937fb968a2bf</Template>
  <TotalTime>7983</TotalTime>
  <Words>262</Words>
  <Application>Microsoft Office PowerPoint</Application>
  <PresentationFormat>Widescreen</PresentationFormat>
  <Paragraphs>55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Tenorite </vt:lpstr>
      <vt:lpstr>Tenorite Bold</vt:lpstr>
      <vt:lpstr>Custom</vt:lpstr>
      <vt:lpstr>VECTOR AI-Powered Quality Engineering pipeline</vt:lpstr>
      <vt:lpstr>QE Challenges</vt:lpstr>
      <vt:lpstr>Vector – AI  Key phases </vt:lpstr>
      <vt:lpstr>PowerPoint Presentation</vt:lpstr>
      <vt:lpstr>DEMO: Doodle Bug Remove Back ground</vt:lpstr>
      <vt:lpstr>Savings &amp; metrics*</vt:lpstr>
      <vt:lpstr>Complete workflow demo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Sigadam Venkata Ramesh</dc:creator>
  <cp:lastModifiedBy>Sigadam Venkata Ramesh</cp:lastModifiedBy>
  <cp:revision>13</cp:revision>
  <dcterms:created xsi:type="dcterms:W3CDTF">2026-07-16T02:53:34Z</dcterms:created>
  <dcterms:modified xsi:type="dcterms:W3CDTF">2026-08-03T07:44:32Z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